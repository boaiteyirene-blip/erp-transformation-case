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976D2">
              <a:alpha val="30000"/>
            </a:srgbClr>
          </a:solidFill>
          <a:ln w="12700">
            <a:solidFill>
              <a:srgbClr val="1976D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42A5F5">
              <a:alpha val="20000"/>
            </a:srgbClr>
          </a:solidFill>
          <a:ln w="12700">
            <a:solidFill>
              <a:srgbClr val="42A5F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Transformation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Manufacturing Group (AMG)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16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Irene Nana Yaa Boaitey     |     Date: 18th June, 2026     |     To: Executive Leadership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&amp; KEY OBJECTIVE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memo outlines a recommended approach for Alpha Manufacturing Group's ERP transformation initiative.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recommendations address: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profitability visibility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delays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inefficiencies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fragmented legacy environment with a modern cloud ERP that integrates: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3886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...while minimizing business disruption.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Cloud ERP Implementation — Centered on Four Priorities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D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29768" y="329184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operational disruption throughout the transformation lifecycle.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68880" y="169164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87452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Governance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578608" y="329184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Cleanse, validate, and govern data to ensure reliable insights post-go-live.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17720" y="169164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87452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Adoption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D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Management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727448" y="329184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adoption through training, champions, and stakeholder engagement.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766560" y="1691640"/>
            <a:ext cx="1965960" cy="3063240"/>
          </a:xfrm>
          <a:prstGeom prst="roundRect">
            <a:avLst>
              <a:gd name="adj" fmla="val 5581"/>
            </a:avLst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874520"/>
            <a:ext cx="594360" cy="5943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256032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876288" y="3291840"/>
            <a:ext cx="17556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real-time reporting and profitability visibility across all functions.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balances risk reduction with long-term business value and positions AMG for future growth.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APPROACH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188720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188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Planning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265176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mapping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assessment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governance &amp; metrics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04288" y="2971800"/>
            <a:ext cx="118872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0D2E5A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1188720"/>
            <a:ext cx="658368" cy="6583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188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193852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87752" y="265176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platform selection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Future-state process design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requirements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 planning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plans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53128" y="2971800"/>
            <a:ext cx="118872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39512" y="1188720"/>
            <a:ext cx="658368" cy="6583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188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63440" y="193852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2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Testing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265176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Procurement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Planning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testing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01968" y="2971800"/>
            <a:ext cx="118872" cy="0"/>
          </a:xfrm>
          <a:prstGeom prst="line">
            <a:avLst/>
          </a:prstGeom>
          <a:noFill/>
          <a:ln w="25400">
            <a:solidFill>
              <a:srgbClr val="1976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0D2E5A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88352" y="1188720"/>
            <a:ext cx="658368" cy="65836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11887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12280" y="193852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Go-Live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85432" y="265176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user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issue resolution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metrics tracking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MANAGEMENT &amp; SEQUENCING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implementation risk, the initial deployment focuses only on business-critical capabilities.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0D2E5A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642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6642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DAY-ONE SCOPE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148840"/>
            <a:ext cx="3429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Planning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Reporting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Integration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63440" y="1508760"/>
            <a:ext cx="3931920" cy="3337560"/>
          </a:xfrm>
          <a:prstGeom prst="roundRect">
            <a:avLst>
              <a:gd name="adj" fmla="val 3288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6420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21808" y="16642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SCOPE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92040" y="2148840"/>
            <a:ext cx="3429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Customizations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Non-essential Reports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Workflow Automations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sequencing reduces risk and ensures operational continuity during deployment.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CHANGE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023360" cy="758952"/>
          </a:xfrm>
          <a:prstGeom prst="roundRect">
            <a:avLst>
              <a:gd name="adj" fmla="val 9639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636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ERP 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system-wide configurations, architecture &amp; upgrades.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023360" cy="758952"/>
          </a:xfrm>
          <a:prstGeom prst="roundRect">
            <a:avLst>
              <a:gd name="adj" fmla="val 9639"/>
            </a:avLst>
          </a:prstGeom>
          <a:solidFill>
            <a:srgbClr val="EEF6FE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32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Standards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data entry, ownership, and master data management rules.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4023360" cy="758952"/>
          </a:xfrm>
          <a:prstGeom prst="roundRect">
            <a:avLst>
              <a:gd name="adj" fmla="val 9639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3009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(SoD)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93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ensuring no single user executes and approves a transaction.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114800"/>
            <a:ext cx="4023360" cy="758952"/>
          </a:xfrm>
          <a:prstGeom prst="roundRect">
            <a:avLst>
              <a:gd name="adj" fmla="val 9639"/>
            </a:avLst>
          </a:prstGeom>
          <a:solidFill>
            <a:srgbClr val="EEF6FE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1696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Approval Boards (CAB)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462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review for code, workflow, or integration modifications.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078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0D2E5A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alone will not determine project success. Employee adoption is critical.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240280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engagement workshops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communication updates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change champions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training programs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Post-go-live support resources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&amp; MITIGATION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667512"/>
          </a:xfrm>
          <a:prstGeom prst="roundRect">
            <a:avLst>
              <a:gd name="adj" fmla="val 10959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187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2070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Quality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749040" y="1234440"/>
            <a:ext cx="0" cy="384048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26187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7680" y="120700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data cleansing and validation before migration.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4320" y="1856232"/>
            <a:ext cx="8595360" cy="667512"/>
          </a:xfrm>
          <a:prstGeom prst="roundRect">
            <a:avLst>
              <a:gd name="adj" fmla="val 10959"/>
            </a:avLst>
          </a:prstGeom>
          <a:solidFill>
            <a:srgbClr val="F0F7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20824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19659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Resistance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749040" y="1993392"/>
            <a:ext cx="0" cy="384048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020824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97680" y="196596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communication plans, training programs, and change champions.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274320" y="2615184"/>
            <a:ext cx="8595360" cy="667512"/>
          </a:xfrm>
          <a:prstGeom prst="roundRect">
            <a:avLst>
              <a:gd name="adj" fmla="val 10959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79776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272491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3749040" y="2752344"/>
            <a:ext cx="0" cy="384048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2779776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297680" y="2724912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formal governance and change approval procedures.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274320" y="3374136"/>
            <a:ext cx="8595360" cy="667512"/>
          </a:xfrm>
          <a:prstGeom prst="roundRect">
            <a:avLst>
              <a:gd name="adj" fmla="val 10959"/>
            </a:avLst>
          </a:prstGeom>
          <a:solidFill>
            <a:srgbClr val="F0F7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538728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68680" y="348386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Disruption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3749040" y="3511296"/>
            <a:ext cx="0" cy="384048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6200" y="3538728"/>
            <a:ext cx="320040" cy="32004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297680" y="3483864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phased deployment and contingency planning.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274320" y="4133088"/>
            <a:ext cx="8595360" cy="667512"/>
          </a:xfrm>
          <a:prstGeom prst="roundRect">
            <a:avLst>
              <a:gd name="adj" fmla="val 10959"/>
            </a:avLst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297680"/>
            <a:ext cx="320040" cy="32004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68680" y="424281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Failures</a:t>
            </a:r>
            <a:endParaRPr lang="en-US" sz="1300" dirty="0"/>
          </a:p>
        </p:txBody>
      </p:sp>
      <p:sp>
        <p:nvSpPr>
          <p:cNvPr id="31" name="Shape 20"/>
          <p:cNvSpPr/>
          <p:nvPr/>
        </p:nvSpPr>
        <p:spPr>
          <a:xfrm>
            <a:off x="3749040" y="4270248"/>
            <a:ext cx="0" cy="384048"/>
          </a:xfrm>
          <a:prstGeom prst="line">
            <a:avLst/>
          </a:prstGeom>
          <a:noFill/>
          <a:ln w="12700">
            <a:solidFill>
              <a:srgbClr val="BBDEFB"/>
            </a:solidFill>
            <a:prstDash val="solid"/>
          </a:ln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6200" y="4297680"/>
            <a:ext cx="320040" cy="32004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297680" y="4242816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comprehensive testing and pilot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4572000" cy="4572000"/>
          </a:xfrm>
          <a:prstGeom prst="ellipse">
            <a:avLst/>
          </a:prstGeom>
          <a:solidFill>
            <a:srgbClr val="1976D2">
              <a:alpha val="25000"/>
            </a:srgbClr>
          </a:solidFill>
          <a:ln w="12700">
            <a:solidFill>
              <a:srgbClr val="1976D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Forward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167128"/>
            <a:ext cx="292608" cy="29260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03120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implementation strategy to reduce risk and ensure continuity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292608" cy="29260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70048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governance for accountability and decision-making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292608" cy="29260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236976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Disciplined scope control to avoid creep and delays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67912"/>
            <a:ext cx="292608" cy="29260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803904"/>
            <a:ext cx="7498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change management to drive adoption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AMG can successfully maximize business efficiency while minimizing business risk.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Transformation Strategy – Alpha Manufacturing Group</dc:title>
  <dc:subject>PptxGenJS Presentation</dc:subject>
  <dc:creator>PptxGenJS</dc:creator>
  <cp:lastModifiedBy>PptxGenJS</cp:lastModifiedBy>
  <cp:revision>1</cp:revision>
  <dcterms:created xsi:type="dcterms:W3CDTF">2026-06-18T19:35:54Z</dcterms:created>
  <dcterms:modified xsi:type="dcterms:W3CDTF">2026-06-18T19:35:54Z</dcterms:modified>
</cp:coreProperties>
</file>